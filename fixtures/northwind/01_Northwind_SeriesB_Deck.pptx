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Northwind — Series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Private markets intelligence for SaaS</a:t>
            </a:r>
          </a:p>
          <a:p>
            <a:r>
              <a:t>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Investors reconcile data rooms by hand</a:t>
            </a:r>
          </a:p>
          <a:p>
            <a:r>
              <a:t>Weeks lost to bad metrics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Ingests the whole room</a:t>
            </a:r>
          </a:p>
          <a:p>
            <a:r>
              <a:t>Every claim backed by evidence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LLMs read documents well</a:t>
            </a:r>
          </a:p>
          <a:p>
            <a:r>
              <a:t>But need evidence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40 customers across NA/EMEA/APAC</a:t>
            </a:r>
          </a:p>
          <a:p>
            <a:r>
              <a:t>NRR 118%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ARR 3x year over year</a:t>
            </a:r>
          </a:p>
          <a:p>
            <a:r>
              <a:t>Land-and-expand motion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ARR reached $12.0M in Q4 2025, up 3x YoY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Competition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Generic RAG tools cannot reconcile numbers</a:t>
            </a:r>
          </a:p>
          <a:p>
            <a:r>
              <a:t>Pine is evidence-first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TAM $40B</a:t>
            </a:r>
          </a:p>
          <a:p>
            <a:r>
              <a:t>Private markets diligence spend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CEO — ex-Stripe</a:t>
            </a:r>
          </a:p>
          <a:p>
            <a:r>
              <a:t>CTO — ex-Palantir</a:t>
            </a:r>
          </a:p>
          <a:p>
            <a:r>
              <a:t>84 employees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of funds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$25M round at $150M pre-money</a:t>
            </a:r>
          </a:p>
          <a:p>
            <a:r>
              <a:t>50% engineering, 30% GTM, 20% ops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ir@northwind.example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2026-01-01T00:00:00Z</dcterms:created>
  <dcterms:modified xsi:type="dcterms:W3CDTF">2026-01-01T00:00:00Z</dcterms:modified>
  <cp:category/>
</cp:coreProperties>
</file>